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C9EE-5DFE-769D-7162-90F640A9E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33CF9-07CB-F9E3-2EA5-D259B3512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18FB1-F7E7-3E2A-7DB7-A8B29F50A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EEBF-9601-4559-BC81-901B3F0FF4B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C0C88-6391-0F1A-837B-F2DB2C1D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A3CF8-B8C3-4AF2-BD27-3D2DEE9E5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C4055-73A0-4A55-A9BD-10FC0B7B9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012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C2ED-07CE-AC3C-A9DC-E4535F55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BFF69-4083-3342-4F01-99391F265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19710-D41F-A2DA-8C54-852E3F4A9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EEBF-9601-4559-BC81-901B3F0FF4B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BB0CE-F6F3-6B5F-C2C1-9F6BF9D9B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1EE88-1876-1082-2099-E86A3D89F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C4055-73A0-4A55-A9BD-10FC0B7B9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9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3B6F3-AA81-A77F-B373-A0F0F6E3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DCEF0-C838-6941-97C7-A1D65DBEA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EA316-3138-FC4C-18BA-E7D2E7A4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EEBF-9601-4559-BC81-901B3F0FF4B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7EAF6-C180-97BF-AF01-F4F8EC3AA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9CB48-D979-0193-81E2-91CE0D02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C4055-73A0-4A55-A9BD-10FC0B7B9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91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2C97-A39A-07DF-A7F8-82A038E87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31AAA-87E1-9EBB-B6C4-D0A205107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870F6-BC93-83BB-9A5A-F717F43BC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88074-C00F-C399-21A1-0913341C1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EEBF-9601-4559-BC81-901B3F0FF4B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31A46-B91A-DA11-65F5-70FF6B22D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CD292-0F65-01F5-7279-893E3E9F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C4055-73A0-4A55-A9BD-10FC0B7B9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071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D670-2C74-1B31-F32B-C6BB26AC1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78D93-DEDE-B52B-D587-D598E34A2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1F775-E13C-0F83-BD2F-2149BBB58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5DBC2-11FB-6D0F-8AD1-94E88FA2D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5D372C-468C-E391-BC72-C3EA873FB8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B06AD-F4EC-2C5D-39CC-7A40AA7F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EEBF-9601-4559-BC81-901B3F0FF4B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1B193-D921-C3A8-C8A8-D91613ABE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F11025-6150-8EB8-8922-A8D7F2BB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C4055-73A0-4A55-A9BD-10FC0B7B9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04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88F40-3547-E814-0AAE-48214F01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18ADF5-6558-899D-5917-DE17075CF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EEBF-9601-4559-BC81-901B3F0FF4B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EFE15-9D72-C073-EB01-2200C97FF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3F86D-9970-C77C-46EE-9858EAEC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C4055-73A0-4A55-A9BD-10FC0B7B9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824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FD75FC-F06A-FDC8-491F-FB6A81636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EEBF-9601-4559-BC81-901B3F0FF4B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E94A56-4A41-08DD-50BA-6EC5714C1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D9BDC-F386-EDCA-1C7C-74083CEA4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C4055-73A0-4A55-A9BD-10FC0B7B9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1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A38ED-7338-1ECA-4515-ED5D83E43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10869-C591-047B-5084-D08B3A129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BBC5E-37C0-76F9-FE51-2C848460D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4B71F-6B7E-3C49-1AE9-062AB90B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EEBF-9601-4559-BC81-901B3F0FF4B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D750B-1A0D-EFBC-1FDA-51ED5428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C28B9-29F8-0CCB-EEEF-64E595A5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C4055-73A0-4A55-A9BD-10FC0B7B9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73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D4321-F156-CA6E-659F-DE891F25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852E3F-BC20-ED0F-1465-38DFAD990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30422-D75B-9D20-E92D-C818759D7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B768A-ACD3-DC71-7D6F-B0843AC7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EEBF-9601-4559-BC81-901B3F0FF4B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71EB0-6C34-51FE-7CCF-6D335B6D3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DB9B9-71F0-50A9-C141-3163FDE3D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C4055-73A0-4A55-A9BD-10FC0B7B9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79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95759-1A14-B2A5-8E39-6D48D7EE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21C32-750C-0288-E99D-E26E70685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DE7A5-70CB-4870-2DBF-002FE1D1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EEBF-9601-4559-BC81-901B3F0FF4B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B48ED-F93B-42E2-4BCF-8382FBB1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E5EA3-E871-7D41-E0D9-C88747FA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C4055-73A0-4A55-A9BD-10FC0B7B9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44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F88610-5FD2-4BA9-BB93-D6D01BB0F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D920C-A000-F8B0-A26F-C1E9A253E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A3926-596A-278A-642F-31F1DF788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EEBF-9601-4559-BC81-901B3F0FF4B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55C44-16D8-BDAA-2E2E-03527828B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93791-0213-7C38-AD73-A7228C25A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C4055-73A0-4A55-A9BD-10FC0B7B9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51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FDAE9-9019-3270-E635-5EEC9BA8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22C21-8041-D856-947C-EC6C32326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857C9-9771-8168-953D-480737313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4EEBF-9601-4559-BC81-901B3F0FF4B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34CAA-AA60-D28A-CFE5-0E242AD54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3BD00-EB1D-B34D-AB7D-E9D9976BA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C4055-73A0-4A55-A9BD-10FC0B7B92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030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284E-2580-F69F-902D-BA20EE4D1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2660"/>
            <a:ext cx="9753599" cy="1014111"/>
          </a:xfrm>
        </p:spPr>
        <p:txBody>
          <a:bodyPr>
            <a:normAutofit/>
          </a:bodyPr>
          <a:lstStyle/>
          <a:p>
            <a:r>
              <a:rPr lang="en-IN" sz="2200" b="1" spc="-1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DATAMINING  Project</a:t>
            </a:r>
            <a:br>
              <a:rPr lang="en-IN" sz="2200" b="1" spc="-1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spc="-1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Review</a:t>
            </a:r>
            <a:endParaRPr lang="en-IN" sz="2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C1DBE-DACD-123B-7726-9333B3292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85509"/>
            <a:ext cx="9144000" cy="4588480"/>
          </a:xfrm>
        </p:spPr>
        <p:txBody>
          <a:bodyPr/>
          <a:lstStyle/>
          <a:p>
            <a:br>
              <a:rPr lang="en-IN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Academic Performance Prediction &amp; Attendance Impact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Renuka Sri Hasini (24B11A1299)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Anurag Nayak (24B11A1014)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Machine Learning</a:t>
            </a:r>
          </a:p>
          <a:p>
            <a:endParaRPr lang="en-IN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CFBE80FB-E8B9-EBB2-5299-6A56097F07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4785" y="284011"/>
            <a:ext cx="4610910" cy="62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766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D8BC1-E271-A0D2-14C9-C446C7CFF66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25625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1. Abstract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Introduction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 Analysis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4. Data Description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5. Preprocessing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6. Algorithms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7. Results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8. Conclusion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FEA6B-8DE1-366A-2E09-47B856242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278" y="365125"/>
            <a:ext cx="7000293" cy="8474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145DB2-5EDE-A400-F447-A22F06EEE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89"/>
            <a:ext cx="1362265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44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DF40BE-9034-B27A-313B-BB117B6F1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160"/>
            <a:ext cx="1362265" cy="6287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4A4A25-4199-5708-E851-6324A68A26E4}"/>
              </a:ext>
            </a:extLst>
          </p:cNvPr>
          <p:cNvSpPr txBox="1"/>
          <p:nvPr/>
        </p:nvSpPr>
        <p:spPr>
          <a:xfrm>
            <a:off x="681131" y="1351982"/>
            <a:ext cx="9311955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generate large student data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Attendance and performance are not analyzed together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Leads to "Attendance-Performance Gap"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No early prediction system for student failure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Proposed system uses Data Mining techniques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Predicts student performance in advance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Helps in early academic intervention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6FDD0A-D5A2-A294-74DD-067991575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919" y="348671"/>
            <a:ext cx="5568262" cy="87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38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BF3608-F65E-553B-2C73-C384BD3A3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31"/>
            <a:ext cx="1362265" cy="6287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9A1223-0646-42C3-587F-DD21690D54FE}"/>
              </a:ext>
            </a:extLst>
          </p:cNvPr>
          <p:cNvSpPr txBox="1"/>
          <p:nvPr/>
        </p:nvSpPr>
        <p:spPr>
          <a:xfrm>
            <a:off x="681132" y="1286667"/>
            <a:ext cx="9654854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Student data is increasing rapidly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Includes attendance, marks, assignments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Traditional systems only store data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 predictive analysis is done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Educational Data Mining (EDM) helps extract insights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Project builds a prediction system for student performance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030175-C06F-8B91-1C39-11D7230CC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652" y="379683"/>
            <a:ext cx="5630696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5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452F3F-7FBC-574B-CD7B-BFDD54EE2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145"/>
            <a:ext cx="1362265" cy="62873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9AB725A-FA8B-346B-985C-50D6C4898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57" y="1210037"/>
            <a:ext cx="5248553" cy="3523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Reactive approach (after failure)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Manual data analysis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No prediction of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Data stored but not utilized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Decisions based on assumptions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A77EB3-4A68-1C52-EC8D-D811E96F9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334" y="279593"/>
            <a:ext cx="5875331" cy="74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8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A62D2-9530-5602-3B90-EB41B7FD0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7442D8-D77B-27FD-0088-31C9D77CF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131"/>
            <a:ext cx="1362265" cy="62873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21AA0B7-C8DE-BDCC-EDAA-19E41417A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32" y="1026486"/>
            <a:ext cx="6412333" cy="3662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early identification of weak students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Time-consuming manual tracking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Cannot analyze multiple factors together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No accurate prediction system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Delayed academic intervention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DD9E7-F674-2F3E-CA7E-588B659D51C5}"/>
              </a:ext>
            </a:extLst>
          </p:cNvPr>
          <p:cNvSpPr txBox="1"/>
          <p:nvPr/>
        </p:nvSpPr>
        <p:spPr>
          <a:xfrm>
            <a:off x="681132" y="660855"/>
            <a:ext cx="609872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System:</a:t>
            </a:r>
          </a:p>
        </p:txBody>
      </p:sp>
    </p:spTree>
    <p:extLst>
      <p:ext uri="{BB962C8B-B14F-4D97-AF65-F5344CB8AC3E}">
        <p14:creationId xmlns:p14="http://schemas.microsoft.com/office/powerpoint/2010/main" val="1251262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B1A759-F760-B390-3E81-7109C7660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31"/>
            <a:ext cx="1362265" cy="62873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ADF86E1-7C27-931C-97CE-D2A7002D5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32" y="1012954"/>
            <a:ext cx="752747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Data-driven prediction system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Uses student attributes: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Attendance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Study Hours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GPA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Assignments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Applies machine learning algorithms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Predicts: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Fail / Pass / Distinction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early warning system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2F8EC-1E67-C640-88A2-E85E940CCA05}"/>
              </a:ext>
            </a:extLst>
          </p:cNvPr>
          <p:cNvSpPr txBox="1"/>
          <p:nvPr/>
        </p:nvSpPr>
        <p:spPr>
          <a:xfrm>
            <a:off x="4306074" y="523097"/>
            <a:ext cx="60987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endParaRPr lang="en-US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103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5D28FC-6E3E-CAC0-BB94-40425763F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" y="355103"/>
            <a:ext cx="1362265" cy="6287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239664-E3E6-5918-349B-704FD2719366}"/>
              </a:ext>
            </a:extLst>
          </p:cNvPr>
          <p:cNvSpPr txBox="1"/>
          <p:nvPr/>
        </p:nvSpPr>
        <p:spPr>
          <a:xfrm>
            <a:off x="686575" y="1482569"/>
            <a:ext cx="7237639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Early identification of at-risk students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High prediction accuracy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Reduces manual effort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Data-driven decision making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Improves academic performance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Supports faculty intervention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BAD3F-4FE8-9CE3-C4A8-16A125AEE1FE}"/>
              </a:ext>
            </a:extLst>
          </p:cNvPr>
          <p:cNvSpPr txBox="1"/>
          <p:nvPr/>
        </p:nvSpPr>
        <p:spPr>
          <a:xfrm>
            <a:off x="3571875" y="669472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  <a:endParaRPr lang="en-IN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339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41D2ED-7DE3-4673-E811-0010CE60B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845"/>
            <a:ext cx="1324160" cy="56205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E23F938-8C39-4C7E-AB5E-0FA9AD667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099" y="986327"/>
            <a:ext cx="8131629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Dataset contains student academic data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Each row = one student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Attributes include: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Attendance Percentage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Study Hours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GPA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Assignments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Participation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Target: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Final Grade (Fail / Pass / Distinction)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F05DD2-03D0-40D1-CC6A-FB60485CA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172" y="255108"/>
            <a:ext cx="5897458" cy="70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67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22E396-1DD7-409C-C8A8-454EDC0D4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830"/>
            <a:ext cx="1324160" cy="562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EA7AA8-8A22-3539-5221-97CB139B8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858" y="266736"/>
            <a:ext cx="6546159" cy="10082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2AF270-8D46-4A5B-456F-297E9D87150C}"/>
              </a:ext>
            </a:extLst>
          </p:cNvPr>
          <p:cNvSpPr txBox="1"/>
          <p:nvPr/>
        </p:nvSpPr>
        <p:spPr>
          <a:xfrm>
            <a:off x="1324160" y="1275030"/>
            <a:ext cx="6098720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Raw data is not clean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Preprocessing improves accuracy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Removed irrelevant data (Student ID)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Handled missing values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Converted categorical data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Normalized numeric values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Removed outliers</a:t>
            </a:r>
          </a:p>
        </p:txBody>
      </p:sp>
    </p:spTree>
    <p:extLst>
      <p:ext uri="{BB962C8B-B14F-4D97-AF65-F5344CB8AC3E}">
        <p14:creationId xmlns:p14="http://schemas.microsoft.com/office/powerpoint/2010/main" val="337509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D5FF13-16E9-42C1-6AA7-F13D399E6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173"/>
            <a:ext cx="1324160" cy="5620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9D5F22-1901-5EA4-70B2-C660B2B500F6}"/>
              </a:ext>
            </a:extLst>
          </p:cNvPr>
          <p:cNvSpPr txBox="1"/>
          <p:nvPr/>
        </p:nvSpPr>
        <p:spPr>
          <a:xfrm>
            <a:off x="662080" y="1286078"/>
            <a:ext cx="6992710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Preprocessing</a:t>
            </a:r>
          </a:p>
          <a:p>
            <a:pPr>
              <a:lnSpc>
                <a:spcPct val="150000"/>
              </a:lnSpc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Missing values present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Duplicate records exist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Data not structured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Not suitable for ML models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DC88DE-3B1F-43AD-7313-93EC7B3AA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262" y="771451"/>
            <a:ext cx="7088961" cy="531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938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110D80-693D-BE04-7949-62B9F8619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173"/>
            <a:ext cx="1324160" cy="5620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3C48D7-449F-9D1E-5CD5-0953C8A3CDB7}"/>
              </a:ext>
            </a:extLst>
          </p:cNvPr>
          <p:cNvSpPr txBox="1"/>
          <p:nvPr/>
        </p:nvSpPr>
        <p:spPr>
          <a:xfrm>
            <a:off x="662080" y="1229223"/>
            <a:ext cx="609872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Preprocessing</a:t>
            </a:r>
          </a:p>
          <a:p>
            <a:pPr>
              <a:lnSpc>
                <a:spcPct val="150000"/>
              </a:lnSpc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Clean dataset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 missing values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Structured data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Normalized values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Ready for model 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119F0D-D9D5-8395-D824-800E3BD0C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006" y="1229223"/>
            <a:ext cx="6746812" cy="506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53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7EEDAC-48EC-D8ED-6CF1-A1C41C337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173"/>
            <a:ext cx="1324160" cy="5620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CA7232-50BE-EAD6-ADC2-C7F0C47ACC0B}"/>
              </a:ext>
            </a:extLst>
          </p:cNvPr>
          <p:cNvSpPr txBox="1"/>
          <p:nvPr/>
        </p:nvSpPr>
        <p:spPr>
          <a:xfrm>
            <a:off x="662080" y="1001210"/>
            <a:ext cx="7809139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(K-Means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Used for grouping students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Creates "Learner Personas"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High Achievers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Average Students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At-Risk Students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Helps identify hidden patterns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33D2D2-F84A-69C4-6228-A065B256C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929" y="1128207"/>
            <a:ext cx="6385488" cy="493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9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091701-7292-FE77-B4B2-B564EFCD1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830"/>
            <a:ext cx="1324160" cy="562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25642A-5296-1271-922E-B4EB94337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342" y="333054"/>
            <a:ext cx="6329315" cy="875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B85FEA-CAF5-1227-49CE-B098C334E34E}"/>
              </a:ext>
            </a:extLst>
          </p:cNvPr>
          <p:cNvSpPr txBox="1"/>
          <p:nvPr/>
        </p:nvSpPr>
        <p:spPr>
          <a:xfrm>
            <a:off x="662080" y="1556968"/>
            <a:ext cx="60987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Predicts final student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Based 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 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Fail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Pass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Distinction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Easy to understand decision rules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CE61F5-EF48-26C5-7D1A-FE5F2D95A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556968"/>
            <a:ext cx="6030330" cy="474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72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BCDEC-3CF1-D477-3FFC-21F808313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696"/>
            <a:ext cx="1181265" cy="5715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D1C6A3-31F0-0EC3-0D85-6759286FD588}"/>
              </a:ext>
            </a:extLst>
          </p:cNvPr>
          <p:cNvSpPr txBox="1"/>
          <p:nvPr/>
        </p:nvSpPr>
        <p:spPr>
          <a:xfrm>
            <a:off x="590632" y="1310865"/>
            <a:ext cx="6098720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RULE-BASED MODEL (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JRip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Generates IF-THEN rules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Easy for faculty to interpret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 attendance &lt; 60% → Fail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 assignments &gt; 4 → Pass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01CFCE-5BCC-C7F6-D06D-E413B142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21" y="1310865"/>
            <a:ext cx="6300371" cy="470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81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394C23-16D3-B2FD-6DFF-F1E1223A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38" y="318367"/>
            <a:ext cx="1181265" cy="5715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ABA5E7-7CC7-710B-607E-2B9AE8535925}"/>
              </a:ext>
            </a:extLst>
          </p:cNvPr>
          <p:cNvSpPr txBox="1"/>
          <p:nvPr/>
        </p:nvSpPr>
        <p:spPr>
          <a:xfrm>
            <a:off x="707570" y="1482569"/>
            <a:ext cx="609872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</a:p>
          <a:p>
            <a:pPr>
              <a:lnSpc>
                <a:spcPct val="150000"/>
              </a:lnSpc>
              <a:buNone/>
            </a:pPr>
            <a:endParaRPr lang="en-US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Probabilistic classifier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Based on Bayes Theorem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Calculates probability of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outcomes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Fast and simple model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0500D2-08DD-C652-3A2D-6B8805281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634" y="1482569"/>
            <a:ext cx="6416675" cy="476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787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9F3CBD-BB0E-F394-9BBA-420161135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725"/>
            <a:ext cx="1181265" cy="5715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C285D6-7005-C531-B064-459728C1C963}"/>
              </a:ext>
            </a:extLst>
          </p:cNvPr>
          <p:cNvSpPr txBox="1"/>
          <p:nvPr/>
        </p:nvSpPr>
        <p:spPr>
          <a:xfrm>
            <a:off x="747033" y="1443841"/>
            <a:ext cx="704169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(Clustering Output)</a:t>
            </a:r>
          </a:p>
          <a:p>
            <a:pPr>
              <a:buNone/>
            </a:pPr>
            <a:endParaRPr lang="en-US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High Achievers: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attendance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study hours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Average Students: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At-Risk Students: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attendance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study hours</a:t>
            </a:r>
          </a:p>
        </p:txBody>
      </p:sp>
    </p:spTree>
    <p:extLst>
      <p:ext uri="{BB962C8B-B14F-4D97-AF65-F5344CB8AC3E}">
        <p14:creationId xmlns:p14="http://schemas.microsoft.com/office/powerpoint/2010/main" val="1527204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0BB8AD-544C-C789-2ADF-815FCBFFB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724"/>
            <a:ext cx="1181265" cy="5715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49E81E-0AB2-3265-1B54-E17A403DD09E}"/>
              </a:ext>
            </a:extLst>
          </p:cNvPr>
          <p:cNvSpPr txBox="1"/>
          <p:nvPr/>
        </p:nvSpPr>
        <p:spPr>
          <a:xfrm>
            <a:off x="590632" y="1228636"/>
            <a:ext cx="6098720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(Decision Tree)</a:t>
            </a:r>
          </a:p>
          <a:p>
            <a:pPr>
              <a:lnSpc>
                <a:spcPct val="150000"/>
              </a:lnSpc>
              <a:buNone/>
            </a:pPr>
            <a:endParaRPr lang="en-US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GPA is main factor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Attendance affects distinction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Assignments affect pass/fail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E86319-B9F5-A24E-4BBB-FBF20B7BB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052" y="1228636"/>
            <a:ext cx="6316982" cy="497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56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DA1161-37F7-F5D4-0853-63AE58714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96" y="351024"/>
            <a:ext cx="1181265" cy="5715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7674B1-8C75-F6B2-014C-3E9CB08971BB}"/>
              </a:ext>
            </a:extLst>
          </p:cNvPr>
          <p:cNvSpPr txBox="1"/>
          <p:nvPr/>
        </p:nvSpPr>
        <p:spPr>
          <a:xfrm>
            <a:off x="4172251" y="435196"/>
            <a:ext cx="6098720" cy="130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  <a:p>
            <a:pPr>
              <a:lnSpc>
                <a:spcPct val="150000"/>
              </a:lnSpc>
              <a:buNone/>
            </a:pPr>
            <a:endParaRPr lang="en-IN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269578-595A-9328-5226-E911E9317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744" y="1336450"/>
            <a:ext cx="8602512" cy="519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47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0F3BAA-4588-01A7-B719-B49FDD156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724"/>
            <a:ext cx="1181265" cy="57158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6F6B1F3-B1F6-3CFE-96D9-1749C4F5F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28" y="1058027"/>
            <a:ext cx="6723315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Successfully predicts student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Bridges Attendance-Performance Gap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Helps early identification of weak students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Improves academic outcomes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Supports data-driven education system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A57173-D79E-1F91-60B7-E596D8FFC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480" y="314018"/>
            <a:ext cx="6333040" cy="98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30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9B6B41-1384-A419-CCCB-E5CA4D03C607}"/>
              </a:ext>
            </a:extLst>
          </p:cNvPr>
          <p:cNvSpPr txBox="1"/>
          <p:nvPr/>
        </p:nvSpPr>
        <p:spPr>
          <a:xfrm>
            <a:off x="3370731" y="2875002"/>
            <a:ext cx="60987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27759-B962-54AE-BBE9-9C86E2957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9" y="227198"/>
            <a:ext cx="1276528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9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597</Words>
  <Application>Microsoft Office PowerPoint</Application>
  <PresentationFormat>Widescreen</PresentationFormat>
  <Paragraphs>145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DATAMINING  Project Third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renuka sri hasini</dc:creator>
  <cp:lastModifiedBy>renuka sri hasini</cp:lastModifiedBy>
  <cp:revision>2</cp:revision>
  <dcterms:created xsi:type="dcterms:W3CDTF">2026-03-26T07:35:19Z</dcterms:created>
  <dcterms:modified xsi:type="dcterms:W3CDTF">2026-03-26T08:50:56Z</dcterms:modified>
</cp:coreProperties>
</file>